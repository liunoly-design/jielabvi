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e801b1ad848fa" /><Relationship Type="http://schemas.openxmlformats.org/officeDocument/2006/relationships/extended-properties" Target="/docProps/app.xml" Id="Rb6c2305ea333483d" /><Relationship Type="http://schemas.openxmlformats.org/officeDocument/2006/relationships/officeDocument" Target="/ppt/presentation.xml" Id="Rf4a220563ad8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cd03943b6d4fc6"/>
  </p:sldMasterIdLst>
  <p:notesMasterIdLst>
    <p:notesMasterId xmlns:r="http://schemas.openxmlformats.org/officeDocument/2006/relationships" r:id="R55ec8911a9ec4785"/>
  </p:notesMasterIdLst>
  <p:sldIdLst>
    <p:sldId xmlns:r="http://schemas.openxmlformats.org/officeDocument/2006/relationships" id="256" r:id="R502d139ce41949d2"/>
    <p:sldId xmlns:r="http://schemas.openxmlformats.org/officeDocument/2006/relationships" id="257" r:id="Rc978e7fab4504d58"/>
    <p:sldId xmlns:r="http://schemas.openxmlformats.org/officeDocument/2006/relationships" id="258" r:id="R978fafca3bf74aa4"/>
    <p:sldId xmlns:r="http://schemas.openxmlformats.org/officeDocument/2006/relationships" id="259" r:id="R9b001f95c6a9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79b5942114565" /><Relationship Type="http://schemas.openxmlformats.org/officeDocument/2006/relationships/slideMaster" Target="/ppt/slideMasters/slideMaster1.xml" Id="Ra8cd03943b6d4fc6" /><Relationship Type="http://schemas.openxmlformats.org/officeDocument/2006/relationships/notesMaster" Target="/ppt/notesMasters/notesMaster1.xml" Id="R55ec8911a9ec4785" /><Relationship Type="http://schemas.openxmlformats.org/officeDocument/2006/relationships/presProps" Target="/ppt/presProps.xml" Id="Rd0ccb8b12a8a47c8" /><Relationship Type="http://schemas.openxmlformats.org/officeDocument/2006/relationships/tableStyles" Target="/ppt/tableStyles.xml" Id="R56b00da2c0604a38" /><Relationship Type="http://schemas.openxmlformats.org/officeDocument/2006/relationships/slide" Target="/ppt/slides/slide1.xml" Id="R502d139ce41949d2" /><Relationship Type="http://schemas.openxmlformats.org/officeDocument/2006/relationships/slide" Target="/ppt/slides/slide2.xml" Id="Rc978e7fab4504d58" /><Relationship Type="http://schemas.openxmlformats.org/officeDocument/2006/relationships/slide" Target="/ppt/slides/slide3.xml" Id="R978fafca3bf74aa4" /><Relationship Type="http://schemas.openxmlformats.org/officeDocument/2006/relationships/slide" Target="/ppt/slides/slide4.xml" Id="R9b001f95c6a9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f0e8a0d6e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2cd024b7b14534" /><Relationship Type="http://schemas.openxmlformats.org/officeDocument/2006/relationships/notesMaster" Target="/ppt/notesMasters/notesMaster1.xml" Id="R7f0b8e0b3758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2effd17f94587" /><Relationship Type="http://schemas.openxmlformats.org/officeDocument/2006/relationships/notesMaster" Target="/ppt/notesMasters/notesMaster1.xml" Id="R20f28e3981ee44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02fda0b8247b6" /><Relationship Type="http://schemas.openxmlformats.org/officeDocument/2006/relationships/notesMaster" Target="/ppt/notesMasters/notesMaster1.xml" Id="R718f994a638e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00db475b94ab5" /><Relationship Type="http://schemas.openxmlformats.org/officeDocument/2006/relationships/notesMaster" Target="/ppt/notesMasters/notesMaster1.xml" Id="Rf946ffdfd2504e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d439dbf9d45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6289d376d4c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78e48eb6d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2593ff3fb48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d7b37586042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74ca4d892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8713A1-3CCC-4844-AD7B-6B6C36321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602EDE-2EF5-4D1D-887F-56E82B6B64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0F4CDC-F664-4E29-A8E7-D130E2A64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94391-A15B-4DCE-BB07-C165D62A4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DA68B4-B58D-4593-9D42-1772416DA8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DC74B-835F-44E9-A2B6-6B2349FE2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8A9433-1202-4EAF-A262-EFEA7365CF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57E359-BA28-4A6D-B592-54C84D47F6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DF94C9-338E-441A-8AB1-EB6F0D581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864543-0E38-4D0D-98CD-A9B6D31B49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de75a611e04617" /><Relationship Type="http://schemas.openxmlformats.org/officeDocument/2006/relationships/slideLayout" Target="/ppt/slideLayouts/slideLayout1.xml" Id="Ra892047c33a1487c" /><Relationship Type="http://schemas.openxmlformats.org/officeDocument/2006/relationships/slideLayout" Target="/ppt/slideLayouts/slideLayout2.xml" Id="Rd9c8f1ddf1e343e7" /><Relationship Type="http://schemas.openxmlformats.org/officeDocument/2006/relationships/slideLayout" Target="/ppt/slideLayouts/slideLayout3.xml" Id="Ra4c9e138ac284ba2" /><Relationship Type="http://schemas.openxmlformats.org/officeDocument/2006/relationships/slideLayout" Target="/ppt/slideLayouts/slideLayout4.xml" Id="R26d667f8a2334634" /><Relationship Type="http://schemas.openxmlformats.org/officeDocument/2006/relationships/slideLayout" Target="/ppt/slideLayouts/slideLayout5.xml" Id="R06e2f8a35387455a" /><Relationship Type="http://schemas.openxmlformats.org/officeDocument/2006/relationships/slideLayout" Target="/ppt/slideLayouts/slideLayout6.xml" Id="R8388084c77e7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2047c33a1487c"/>
    <p:sldLayoutId xmlns:r="http://schemas.openxmlformats.org/officeDocument/2006/relationships" id="2147483650" r:id="Rd9c8f1ddf1e343e7"/>
    <p:sldLayoutId xmlns:r="http://schemas.openxmlformats.org/officeDocument/2006/relationships" id="2147483651" r:id="Ra4c9e138ac284ba2"/>
    <p:sldLayoutId xmlns:r="http://schemas.openxmlformats.org/officeDocument/2006/relationships" id="2147483652" r:id="R26d667f8a2334634"/>
    <p:sldLayoutId xmlns:r="http://schemas.openxmlformats.org/officeDocument/2006/relationships" id="2147483653" r:id="R06e2f8a35387455a"/>
    <p:sldLayoutId xmlns:r="http://schemas.openxmlformats.org/officeDocument/2006/relationships" id="2147483654" r:id="R8388084c77e7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ee162ba6c46d1" /><Relationship Type="http://schemas.openxmlformats.org/officeDocument/2006/relationships/image" Target="/ppt/media/image.png" Id="Rc999eefb932d4c57" /><Relationship Type="http://schemas.openxmlformats.org/officeDocument/2006/relationships/image" Target="/ppt/media/image2.png" Id="R46fa4f6b83614eb2" /><Relationship Type="http://schemas.openxmlformats.org/officeDocument/2006/relationships/image" Target="/ppt/media/image3.png" Id="R80f8bb656ed84466" /><Relationship Type="http://schemas.openxmlformats.org/officeDocument/2006/relationships/notesSlide" Target="/ppt/notesSlides/notesSlide1.xml" Id="Rb27c9310f0b9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a20e57cc14837" /><Relationship Type="http://schemas.openxmlformats.org/officeDocument/2006/relationships/image" Target="/ppt/media/image4.png" Id="Re2c4ee4bcd0c466d" /><Relationship Type="http://schemas.openxmlformats.org/officeDocument/2006/relationships/notesSlide" Target="/ppt/notesSlides/notesSlide2.xml" Id="R1afefb15fc43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fc0f441be42d7" /><Relationship Type="http://schemas.openxmlformats.org/officeDocument/2006/relationships/image" Target="/ppt/media/image5.png" Id="Ra3b367437fa9469a" /><Relationship Type="http://schemas.openxmlformats.org/officeDocument/2006/relationships/notesSlide" Target="/ppt/notesSlides/notesSlide3.xml" Id="R57b2b7c0bc86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25dab829246d9" /><Relationship Type="http://schemas.openxmlformats.org/officeDocument/2006/relationships/image" Target="/ppt/media/image6.png" Id="R4c6ec581d0e84df2" /><Relationship Type="http://schemas.openxmlformats.org/officeDocument/2006/relationships/image" Target="/ppt/media/image7.png" Id="Rfa71d35591e04c2d" /><Relationship Type="http://schemas.openxmlformats.org/officeDocument/2006/relationships/notesSlide" Target="/ppt/notesSlides/notesSlide4.xml" Id="R80937f7d0fa346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26BAE-4052-45BF-9BFE-FCDA341FA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9eefb932d4c57"/>
          <a:stretch xmlns:a="http://schemas.openxmlformats.org/drawingml/2006/main"/>
        </p:blipFill>
        <p:spPr>
          <a:xfrm xmlns:a="http://schemas.openxmlformats.org/drawingml/2006/main">
            <a:off x="1058278" y="323850"/>
            <a:ext cx="2055395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9AC25-485C-4685-9753-9D470BC9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06C67-0DF2-4244-9B18-6EBDF1A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杰哥 AI 实验室 · 内容与事实待填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6026B-C12A-4575-A0F8-43F65153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F6ED5-C997-44F1-B1B7-FD50A6FF6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a4f6b83614eb2"/>
          <a:stretch xmlns:a="http://schemas.openxmlformats.org/drawingml/2006/main"/>
        </p:blipFill>
        <p:spPr>
          <a:xfrm xmlns:a="http://schemas.openxmlformats.org/drawingml/2006/main">
            <a:off x="3788019" y="4572000"/>
            <a:ext cx="4615962" cy="2000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9E551-D548-4948-B49B-0BE4ACD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628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57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业务应用</a:t>
            </a:r>
          </a:p>
          <a:p xmlns:a="http://schemas.openxmlformats.org/drawingml/2006/main">
            <a:pPr>
              <a:defRPr sz="57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57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工作坊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86B9C-5DD0-4ED1-B12D-F0FD29CD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从一个真实问题开始。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F443C-AF0E-40AB-A358-584BF13E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项目 / 讲师 / 日期待填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26F1A-6A6A-4845-BC59-C63EFE8F7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8bb656ed84466"/>
          <a:stretch xmlns:a="http://schemas.openxmlformats.org/drawingml/2006/main"/>
        </p:blipFill>
        <p:spPr>
          <a:xfrm xmlns:a="http://schemas.openxmlformats.org/drawingml/2006/main">
            <a:off x="7296150" y="1562100"/>
            <a:ext cx="4610100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90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97DA7-677A-4491-862D-E69489F0D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ee4bcd0c466d"/>
          <a:stretch xmlns:a="http://schemas.openxmlformats.org/drawingml/2006/main"/>
        </p:blipFill>
        <p:spPr>
          <a:xfrm xmlns:a="http://schemas.openxmlformats.org/drawingml/2006/main">
            <a:off x="1058278" y="323850"/>
            <a:ext cx="2055395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9C3C4-CA80-4C11-BC23-A2DAF54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AC161-FAF1-424D-9C20-3E09FF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杰哥 AI 实验室 · 内容与事实待填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D4BA9-7780-4DD9-A02F-B8D0455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CC242-5407-48F6-BD3F-F1F95ECE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需求 · 实验 · 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DE419-C99F-48B1-99C9-9F60143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CBD7-46E8-4577-8186-558170E7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DB88C-B120-4AC6-AB8A-80E0CCBD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判断需求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3C71B-9BD0-41AA-A16B-4FCF0CC7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场景、约束与责任待填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C27BA-A700-44EF-AC8A-5537B6E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DAB7C-660B-43DD-A4A8-F3C83C5B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9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0CCA7-6098-4BE2-9303-6EB45B3A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57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完成实验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A72C0-7297-4D4C-ACCB-A588E7E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4822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最小交付与验收待填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75B85-F807-4B2D-B707-550D186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CA7CB-4473-416F-BB38-B3A08E6E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9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380F2-B838-4618-838A-69EF4E93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确认价值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F1B9A-0C1A-4296-8C27-4D57350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4822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指标、证据与维护待填</a:t>
            </a:r>
          </a:p>
        </p:txBody>
      </p:sp>
    </p:spTree>
    <p:extLst>
      <p:ext uri="{BB962C8B-B14F-4D97-AF65-F5344CB8AC3E}">
        <p14:creationId xmlns:p14="http://schemas.microsoft.com/office/powerpoint/2010/main" val="400772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A2815-E152-4030-AC77-359E8B548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367437fa9469a"/>
          <a:stretch xmlns:a="http://schemas.openxmlformats.org/drawingml/2006/main"/>
        </p:blipFill>
        <p:spPr>
          <a:xfrm xmlns:a="http://schemas.openxmlformats.org/drawingml/2006/main">
            <a:off x="1058278" y="323850"/>
            <a:ext cx="2055395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7E60-7CB0-4B81-9984-7E6B06F6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D1188-F9C1-482D-8F6E-58845F74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杰哥 AI 实验室 · 内容与事实待填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89F85-4BA3-4AB0-8922-ED26DC28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00CE6-9332-45FB-BC9E-201261E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案例：项目名称待填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875B7-7891-45BE-B46D-053622B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场景与实验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C2979-1016-4493-82CC-C860D87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真实需求 / 当前流程待填</a:t>
            </a:r>
          </a:p>
          <a:p xmlns:a="http://schemas.openxmlformats.org/drawingml/2006/main">
            <a: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最小实验 / 验收方式待填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381A8-D1D2-495E-8A14-C5549A34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89A91-E65D-49F4-A448-8505A62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57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证据与边界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E5108-40D3-4B25-B4F2-A5BBEFF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67125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基线 / 结果 / 周期待填</a:t>
            </a:r>
          </a:p>
          <a:p xmlns:a="http://schemas.openxmlformats.org/drawingml/2006/main">
            <a:pPr>
              <a:def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来源 / 责任 / 限制待填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479C4-193D-4800-9DB9-E8EA7896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案例数字须有实际测量与来源；待填内容不是客户实绩。</a:t>
            </a:r>
          </a:p>
        </p:txBody>
      </p:sp>
    </p:spTree>
    <p:extLst>
      <p:ext uri="{BB962C8B-B14F-4D97-AF65-F5344CB8AC3E}">
        <p14:creationId xmlns:p14="http://schemas.microsoft.com/office/powerpoint/2010/main" val="191122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9CB08-A97A-4033-965C-C210A89EC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c581d0e84df2"/>
          <a:stretch xmlns:a="http://schemas.openxmlformats.org/drawingml/2006/main"/>
        </p:blipFill>
        <p:spPr>
          <a:xfrm xmlns:a="http://schemas.openxmlformats.org/drawingml/2006/main">
            <a:off x="1058278" y="323850"/>
            <a:ext cx="2055395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829BE-3D2B-476A-AF17-16ABBD6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38ABA-2279-4138-AC47-864C07F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杰哥 AI 实验室 · 内容与事实待填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6A485-DDBC-47B3-ABA6-269AF44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20DB4-8F24-4795-B093-1A039BFC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75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6375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6375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现在，</a:t>
            </a:r>
          </a:p>
          <a:p xmlns:a="http://schemas.openxmlformats.org/drawingml/2006/main">
            <a:pPr>
              <a:defRPr sz="6375" b="1">
                <a:solidFill>
                  <a:srgbClr val="1E293B"/>
                </a:solidFill>
                <a:latin typeface="Noto Sans SC"/>
                <a:ea typeface="Noto Sans SC"/>
                <a:cs typeface="Noto Sans SC"/>
              </a:defRPr>
            </a:pPr>
            <a:r>
              <a:rPr sz="6375" b="1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动手做。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101B9-67E2-4F60-951B-5B9841E2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D72D9"/>
                </a:solidFill>
                <a:latin typeface="Noto Sans SC"/>
                <a:ea typeface="Noto Sans SC"/>
                <a:cs typeface="Noto Sans SC"/>
              </a:rPr>
              <a:t>选择一个真实需求，约定一次实验。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B4B6B-D14C-4198-A58C-DAF3150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A6A7F"/>
                </a:solidFill>
                <a:latin typeface="Noto Sans SC"/>
                <a:ea typeface="Noto Sans SC"/>
                <a:cs typeface="Noto Sans SC"/>
              </a:rPr>
              <a:t>下一步 / 联系方式 / 官方入口待填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F5063-B080-4B1F-A256-A07E48FF7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1d35591e04c2d"/>
          <a:stretch xmlns:a="http://schemas.openxmlformats.org/drawingml/2006/main"/>
        </p:blipFill>
        <p:spPr>
          <a:xfrm xmlns:a="http://schemas.openxmlformats.org/drawingml/2006/main">
            <a:off x="8153400" y="3000375"/>
            <a:ext cx="3257550" cy="3257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99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2026-10-07T16:34:38.2110000Z</dcterms:created>
  <dcterms:modified xsi:type="dcterms:W3CDTF">2026-10-07T16:34:38.2110000Z</dcterms:modified>
</coreProperties>
</file>